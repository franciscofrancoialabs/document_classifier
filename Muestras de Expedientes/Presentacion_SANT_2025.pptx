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62" r:id="rId5"/>
    <p:sldId id="263" r:id="rId6"/>
    <p:sldId id="267" r:id="rId7"/>
    <p:sldId id="265" r:id="rId8"/>
    <p:sldId id="266" r:id="rId9"/>
    <p:sldId id="269" r:id="rId10"/>
    <p:sldId id="260" r:id="rId1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561"/>
    <a:srgbClr val="4D4D4D"/>
    <a:srgbClr val="606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07" autoAdjust="0"/>
  </p:normalViewPr>
  <p:slideViewPr>
    <p:cSldViewPr snapToGrid="0">
      <p:cViewPr>
        <p:scale>
          <a:sx n="66" d="100"/>
          <a:sy n="66" d="100"/>
        </p:scale>
        <p:origin x="2232" y="9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912278E7-25FC-4030-9087-DDEC22ADDC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92D9896-0D42-4E57-A0AE-CF8FD9A090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55917E46-312C-4DC3-9516-9854A9EEBF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21818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0F90C57A-1A4F-4B87-8AFB-3EC763E7D8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xmlns="" id="{D4586341-9810-47A2-8FD4-CF0E7016D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51529"/>
            <a:ext cx="9144000" cy="1358434"/>
          </a:xfrm>
        </p:spPr>
        <p:txBody>
          <a:bodyPr anchor="b">
            <a:normAutofit/>
          </a:bodyPr>
          <a:lstStyle>
            <a:lvl1pPr algn="l">
              <a:defRPr sz="4000" b="1"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xmlns="" id="{5257EA12-1CC1-474F-B105-F6601C2BE7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05320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xmlns="" id="{FFCFFAED-37E8-43C0-B508-1A873B0E8F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xmlns="" id="{EF85B18E-D700-478B-A095-4BA8653E3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7505" y="1281952"/>
            <a:ext cx="9637059" cy="1250857"/>
          </a:xfrm>
        </p:spPr>
        <p:txBody>
          <a:bodyPr anchor="b">
            <a:normAutofit/>
          </a:bodyPr>
          <a:lstStyle>
            <a:lvl1pPr algn="l">
              <a:defRPr sz="4000" b="1"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xmlns="" id="{106BEA4F-794E-49AB-A1A6-4CB0779B7A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7505" y="2669430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Haga clic para modificar el estilo de subtítulo del patrón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69665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xmlns="" id="{1B2B5715-11DC-4888-810E-F399A010ED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A49EC58-1617-4845-9AA3-F688E7CC7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Montserrat" panose="00000500000000000000" pitchFamily="2" charset="0"/>
                <a:cs typeface="Mongolian Baiti" panose="03000500000000000000" pitchFamily="66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FB425345-DEA6-4964-88B9-E43BC44B74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  <a:cs typeface="Mongolian Baiti" panose="03000500000000000000" pitchFamily="66" charset="0"/>
              </a:defRPr>
            </a:lvl1pPr>
            <a:lvl2pPr>
              <a:defRPr>
                <a:latin typeface="Montserrat" panose="00000500000000000000" pitchFamily="2" charset="0"/>
                <a:cs typeface="Mongolian Baiti" panose="03000500000000000000" pitchFamily="66" charset="0"/>
              </a:defRPr>
            </a:lvl2pPr>
            <a:lvl3pPr>
              <a:defRPr>
                <a:latin typeface="Montserrat" panose="00000500000000000000" pitchFamily="2" charset="0"/>
                <a:cs typeface="Mongolian Baiti" panose="03000500000000000000" pitchFamily="66" charset="0"/>
              </a:defRPr>
            </a:lvl3pPr>
            <a:lvl4pPr>
              <a:defRPr>
                <a:latin typeface="Montserrat" panose="00000500000000000000" pitchFamily="2" charset="0"/>
                <a:cs typeface="Mongolian Baiti" panose="03000500000000000000" pitchFamily="66" charset="0"/>
              </a:defRPr>
            </a:lvl4pPr>
            <a:lvl5pPr>
              <a:defRPr>
                <a:latin typeface="Montserrat" panose="00000500000000000000" pitchFamily="2" charset="0"/>
                <a:cs typeface="Mongolian Baiti" panose="03000500000000000000" pitchFamily="66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4DB08C00-720F-4946-95EB-26BA4BC37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  <a:cs typeface="Mongolian Baiti" panose="03000500000000000000" pitchFamily="66" charset="0"/>
              </a:defRPr>
            </a:lvl1pPr>
            <a:lvl2pPr>
              <a:defRPr>
                <a:latin typeface="Montserrat" panose="00000500000000000000" pitchFamily="2" charset="0"/>
                <a:cs typeface="Mongolian Baiti" panose="03000500000000000000" pitchFamily="66" charset="0"/>
              </a:defRPr>
            </a:lvl2pPr>
            <a:lvl3pPr>
              <a:defRPr>
                <a:latin typeface="Montserrat" panose="00000500000000000000" pitchFamily="2" charset="0"/>
                <a:cs typeface="Mongolian Baiti" panose="03000500000000000000" pitchFamily="66" charset="0"/>
              </a:defRPr>
            </a:lvl3pPr>
            <a:lvl4pPr>
              <a:defRPr>
                <a:latin typeface="Montserrat" panose="00000500000000000000" pitchFamily="2" charset="0"/>
                <a:cs typeface="Mongolian Baiti" panose="03000500000000000000" pitchFamily="66" charset="0"/>
              </a:defRPr>
            </a:lvl4pPr>
            <a:lvl5pPr>
              <a:defRPr>
                <a:latin typeface="Montserrat" panose="00000500000000000000" pitchFamily="2" charset="0"/>
                <a:cs typeface="Mongolian Baiti" panose="03000500000000000000" pitchFamily="66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5110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xmlns="" id="{C5F5A5F6-F1B2-4CEE-A684-E345F65226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6939A3-FBFC-4FC2-B192-B074034E6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O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34CE8755-08C9-41DD-8135-35C6D7943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xmlns="" id="{A0757C17-2CFC-47C0-A3C2-C62365754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xmlns="" id="{996CD56C-6C79-4A29-AF58-7CED1B9BCA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xmlns="" id="{8A366083-B67C-418C-9919-D4C2546A21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xmlns="" id="{85EEC83C-CCBF-48D1-A1A7-A03589B52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2F001-8B89-46B8-96DF-34B26BC83E3C}" type="datetimeFigureOut">
              <a:rPr lang="es-CO" smtClean="0"/>
              <a:t>26/05/2025</a:t>
            </a:fld>
            <a:endParaRPr lang="es-CO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xmlns="" id="{E3AA2328-8053-45FE-813D-8F5A9183B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xmlns="" id="{DEEBBA0F-BC76-40E0-9B95-EC984DD6F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52C4-5142-49A8-9079-0EE9C306F3F2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49836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F8473E0-F250-4DCF-941A-5F4A3EE80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xmlns="" id="{5A15FBE8-F070-4D86-A04F-BB7A7E956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2F001-8B89-46B8-96DF-34B26BC83E3C}" type="datetimeFigureOut">
              <a:rPr lang="es-CO" smtClean="0"/>
              <a:t>26/05/2025</a:t>
            </a:fld>
            <a:endParaRPr lang="es-CO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xmlns="" id="{8852FDAE-99F9-40A2-BCBB-CBFD30CF5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xmlns="" id="{9E0A361F-BFD5-4FB2-8ED5-83977FEBD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52C4-5142-49A8-9079-0EE9C306F3F2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42310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xmlns="" id="{D846D7B8-1454-42E9-9CB8-45323E8A3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2F001-8B89-46B8-96DF-34B26BC83E3C}" type="datetimeFigureOut">
              <a:rPr lang="es-CO" smtClean="0"/>
              <a:t>26/05/2025</a:t>
            </a:fld>
            <a:endParaRPr lang="es-CO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xmlns="" id="{79B7CF97-D910-4B0A-97C9-B351F6F3D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xmlns="" id="{161C559C-F87B-4A49-9E8E-70523FE6F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52C4-5142-49A8-9079-0EE9C306F3F2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8646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8AC02C7-7150-4AD8-B840-3BDEA80B3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xmlns="" id="{F12B3028-E48B-460B-9761-BAEB133B5A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0DAE1AC3-4D7E-4A67-8372-E958456A2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71A182A2-FC8D-45B9-B276-B8FBBDCC3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2F001-8B89-46B8-96DF-34B26BC83E3C}" type="datetimeFigureOut">
              <a:rPr lang="es-CO" smtClean="0"/>
              <a:t>26/05/2025</a:t>
            </a:fld>
            <a:endParaRPr lang="es-CO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3F77C9C1-576E-4FBE-A949-0C538119B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2C0BACE1-C24D-4C2C-B354-F3271FD4B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52C4-5142-49A8-9079-0EE9C306F3F2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54453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B831FC0-B9EB-427C-AC07-5859212AE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xmlns="" id="{C2B5C281-D198-4D7A-B626-3E87781520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xmlns="" id="{106CE6E8-3B2F-4405-BBD8-78747A1F3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xmlns="" id="{AA0AE8E3-633F-4410-860C-9441CF501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2F001-8B89-46B8-96DF-34B26BC83E3C}" type="datetimeFigureOut">
              <a:rPr lang="es-CO" smtClean="0"/>
              <a:t>26/05/2025</a:t>
            </a:fld>
            <a:endParaRPr lang="es-CO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xmlns="" id="{D07336A9-B170-42F8-A49F-3467C9B6F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xmlns="" id="{45844D6B-AEEA-4C80-B60D-530F7D6B2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52C4-5142-49A8-9079-0EE9C306F3F2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63876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B5213F4-5C66-4430-81A0-81F2C8146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246C6642-4C72-4F9B-AD2E-AB0556E0E2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4FCF188A-42CF-4C7D-ADF6-99DD4318F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2F001-8B89-46B8-96DF-34B26BC83E3C}" type="datetimeFigureOut">
              <a:rPr lang="es-CO" smtClean="0"/>
              <a:t>26/05/2025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B9629ABA-0390-45F0-A270-7C413B9AB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139FB032-9120-4534-A7A3-7C08461A6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52C4-5142-49A8-9079-0EE9C306F3F2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89893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AE4EF7FC-457C-4848-9D21-781C6E4F3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xmlns="" id="{ABA2B4BA-1B3C-4B09-B053-BA35896628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4FC4F725-C0F9-4132-B62E-7A988819F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2F001-8B89-46B8-96DF-34B26BC83E3C}" type="datetimeFigureOut">
              <a:rPr lang="es-CO" smtClean="0"/>
              <a:t>26/05/2025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91230D8B-D859-4EC1-B2EF-BC06869B0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B983937B-6D76-4754-8D53-78376052D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52C4-5142-49A8-9079-0EE9C306F3F2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970231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xmlns="" id="{AFDEB50A-C1FF-448F-AA82-40DADD076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xmlns="" id="{EAEEE9A9-0712-4415-B1FA-C4E58EC77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xmlns="" id="{D812FDE8-7216-48B8-A442-7D043D2607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92F001-8B89-46B8-96DF-34B26BC83E3C}" type="datetimeFigureOut">
              <a:rPr lang="es-CO" smtClean="0"/>
              <a:t>26/05/2025</a:t>
            </a:fld>
            <a:endParaRPr lang="es-CO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xmlns="" id="{5DD0AD43-99F7-40D5-9F88-692CA70CF8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xmlns="" id="{7BAB5236-AF5E-4730-B51B-8ECFDB781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852C4-5142-49A8-9079-0EE9C306F3F2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976267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402146A-0B8C-450D-B619-30C892BABB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7133" y="256169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MX" dirty="0">
                <a:solidFill>
                  <a:srgbClr val="606060"/>
                </a:solidFill>
                <a:latin typeface="Arial Narrow" panose="020B0606020202030204" pitchFamily="34" charset="0"/>
              </a:rPr>
              <a:t>Subdirección de Administración de Tierras de la Nación</a:t>
            </a:r>
            <a:br>
              <a:rPr lang="es-MX" dirty="0">
                <a:solidFill>
                  <a:srgbClr val="606060"/>
                </a:solidFill>
                <a:latin typeface="Arial Narrow" panose="020B0606020202030204" pitchFamily="34" charset="0"/>
              </a:rPr>
            </a:br>
            <a:r>
              <a:rPr lang="es-MX" dirty="0">
                <a:solidFill>
                  <a:srgbClr val="606060"/>
                </a:solidFill>
                <a:latin typeface="Arial Narrow" panose="020B0606020202030204" pitchFamily="34" charset="0"/>
              </a:rPr>
              <a:t>SATN - ANT</a:t>
            </a:r>
            <a:br>
              <a:rPr lang="es-MX" dirty="0">
                <a:solidFill>
                  <a:srgbClr val="606060"/>
                </a:solidFill>
                <a:latin typeface="Arial Narrow" panose="020B0606020202030204" pitchFamily="34" charset="0"/>
              </a:rPr>
            </a:br>
            <a:endParaRPr lang="es-CO" dirty="0">
              <a:solidFill>
                <a:srgbClr val="60606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3907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473036" y="258966"/>
            <a:ext cx="10837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/>
              <a:t>DECRETO 2363 DE </a:t>
            </a:r>
            <a:r>
              <a:rPr lang="es-CO" sz="3200" b="1" dirty="0" smtClean="0"/>
              <a:t>2015 - ARTÍCULO 25 </a:t>
            </a:r>
            <a:endParaRPr lang="es-CO" sz="3200" dirty="0"/>
          </a:p>
        </p:txBody>
      </p:sp>
      <p:sp>
        <p:nvSpPr>
          <p:cNvPr id="3" name="CuadroTexto 2"/>
          <p:cNvSpPr txBox="1"/>
          <p:nvPr/>
        </p:nvSpPr>
        <p:spPr>
          <a:xfrm>
            <a:off x="696191" y="1278082"/>
            <a:ext cx="108481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dirty="0"/>
              <a:t>La Subdirección de Administración de Tierras de la Nación se encarga principalmente de gestionar y administrar las tierras de la Nación, incluyendo baldíos y bienes fiscales patrimoniales de la </a:t>
            </a:r>
            <a:r>
              <a:rPr lang="es-MX" sz="2400" dirty="0" smtClean="0"/>
              <a:t>Agencia.</a:t>
            </a:r>
            <a:endParaRPr lang="es-CO" sz="2400" dirty="0"/>
          </a:p>
        </p:txBody>
      </p:sp>
      <p:sp>
        <p:nvSpPr>
          <p:cNvPr id="14" name="Rectángulo 13"/>
          <p:cNvSpPr/>
          <p:nvPr/>
        </p:nvSpPr>
        <p:spPr>
          <a:xfrm>
            <a:off x="1028700" y="2912752"/>
            <a:ext cx="105156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/>
              <a:t>Administrar estos bienes siguiendo las directrices del Director </a:t>
            </a:r>
            <a:r>
              <a:rPr lang="es-MX" sz="2400" dirty="0" smtClean="0"/>
              <a:t>General.</a:t>
            </a:r>
          </a:p>
          <a:p>
            <a:r>
              <a:rPr lang="es-MX" sz="2400" dirty="0" smtClean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 smtClean="0"/>
              <a:t>Celebrar </a:t>
            </a:r>
            <a:r>
              <a:rPr lang="es-MX" sz="2400" dirty="0"/>
              <a:t>contratos de aprovechamiento de baldíos</a:t>
            </a:r>
            <a:r>
              <a:rPr lang="es-MX" sz="2400" dirty="0" smtClean="0"/>
              <a:t>.</a:t>
            </a:r>
          </a:p>
          <a:p>
            <a:endParaRPr lang="es-MX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 smtClean="0"/>
              <a:t>Adjudicar </a:t>
            </a:r>
            <a:r>
              <a:rPr lang="es-MX" sz="2400" dirty="0"/>
              <a:t>baldíos a entidades públicas</a:t>
            </a:r>
            <a:r>
              <a:rPr lang="es-MX" sz="2400" dirty="0" smtClean="0"/>
              <a:t>.</a:t>
            </a:r>
          </a:p>
          <a:p>
            <a:endParaRPr lang="es-MX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 smtClean="0"/>
              <a:t>Proponer </a:t>
            </a:r>
            <a:r>
              <a:rPr lang="es-MX" sz="2400" dirty="0"/>
              <a:t>la creación de reservas especiales de baldíos</a:t>
            </a:r>
            <a:r>
              <a:rPr lang="es-MX" sz="2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7354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473036" y="258966"/>
            <a:ext cx="10837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/>
              <a:t>DECRETO 2363 DE </a:t>
            </a:r>
            <a:r>
              <a:rPr lang="es-CO" sz="3200" b="1" dirty="0" smtClean="0"/>
              <a:t>2015 - ARTÍCULO 25 </a:t>
            </a:r>
            <a:endParaRPr lang="es-CO" sz="3200" dirty="0"/>
          </a:p>
        </p:txBody>
      </p:sp>
      <p:sp>
        <p:nvSpPr>
          <p:cNvPr id="14" name="Rectángulo 13"/>
          <p:cNvSpPr/>
          <p:nvPr/>
        </p:nvSpPr>
        <p:spPr>
          <a:xfrm>
            <a:off x="1085544" y="1261196"/>
            <a:ext cx="10515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 smtClean="0"/>
              <a:t>Gestionar </a:t>
            </a:r>
            <a:r>
              <a:rPr lang="es-MX" sz="2400" dirty="0"/>
              <a:t>procedimientos relacionados con adjudicaciones (condición resolutoria, caducidad, limitaciones a la propiedad</a:t>
            </a:r>
            <a:r>
              <a:rPr lang="es-MX" sz="2400" dirty="0" smtClean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 smtClean="0"/>
              <a:t>Gestionar </a:t>
            </a:r>
            <a:r>
              <a:rPr lang="es-MX" sz="2400" dirty="0"/>
              <a:t>la constitución de reglamentos de sabanas y playones comunales</a:t>
            </a:r>
            <a:r>
              <a:rPr lang="es-MX" sz="24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 smtClean="0"/>
              <a:t>Proyectar </a:t>
            </a:r>
            <a:r>
              <a:rPr lang="es-MX" sz="2400" dirty="0"/>
              <a:t>actos administrativos para la delimitación de zonas de reserva campesina y de desarrollo empresarial</a:t>
            </a:r>
            <a:r>
              <a:rPr lang="es-MX" sz="2400" dirty="0" smtClean="0"/>
              <a:t>.</a:t>
            </a:r>
          </a:p>
          <a:p>
            <a:endParaRPr lang="es-MX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 smtClean="0"/>
              <a:t>Realizar </a:t>
            </a:r>
            <a:r>
              <a:rPr lang="es-MX" sz="2400" dirty="0"/>
              <a:t>estudios técnicos para definir criterios y extensiones de las Unidades Agrícolas Familiares (UAF</a:t>
            </a:r>
            <a:r>
              <a:rPr lang="es-MX" sz="2400" dirty="0" smtClean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037076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2473036" y="258966"/>
            <a:ext cx="10837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/>
              <a:t>DECRETO 2363 DE </a:t>
            </a:r>
            <a:r>
              <a:rPr lang="es-CO" sz="3200" b="1" dirty="0" smtClean="0"/>
              <a:t>2015 - ARTÍCULO 25 </a:t>
            </a:r>
            <a:endParaRPr lang="es-CO" sz="32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47" y="1329647"/>
            <a:ext cx="11662659" cy="41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01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xmlns="" id="{5402146A-0B8C-450D-B619-30C892BABB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4783" y="1456796"/>
            <a:ext cx="9144000" cy="2387600"/>
          </a:xfrm>
        </p:spPr>
        <p:txBody>
          <a:bodyPr>
            <a:normAutofit/>
          </a:bodyPr>
          <a:lstStyle/>
          <a:p>
            <a:pPr algn="ctr"/>
            <a:r>
              <a:rPr lang="es-MX" dirty="0" smtClean="0">
                <a:solidFill>
                  <a:srgbClr val="606060"/>
                </a:solidFill>
                <a:latin typeface="Arial Narrow" panose="020B0606020202030204" pitchFamily="34" charset="0"/>
              </a:rPr>
              <a:t>INGRESOS</a:t>
            </a:r>
            <a:r>
              <a:rPr lang="es-MX" dirty="0">
                <a:solidFill>
                  <a:srgbClr val="606060"/>
                </a:solidFill>
                <a:latin typeface="Arial Narrow" panose="020B0606020202030204" pitchFamily="34" charset="0"/>
              </a:rPr>
              <a:t/>
            </a:r>
            <a:br>
              <a:rPr lang="es-MX" dirty="0">
                <a:solidFill>
                  <a:srgbClr val="606060"/>
                </a:solidFill>
                <a:latin typeface="Arial Narrow" panose="020B0606020202030204" pitchFamily="34" charset="0"/>
              </a:rPr>
            </a:br>
            <a:endParaRPr lang="es-CO" dirty="0">
              <a:solidFill>
                <a:srgbClr val="60606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791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03" y="1829027"/>
            <a:ext cx="11760426" cy="2938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398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792" y="1175657"/>
            <a:ext cx="10748741" cy="390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084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061" y="192768"/>
            <a:ext cx="100584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715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211407" y="401841"/>
            <a:ext cx="10837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dirty="0" smtClean="0"/>
              <a:t>SATN- Procedimiento Único Captura</a:t>
            </a:r>
            <a:endParaRPr lang="es-CO" sz="3200" dirty="0"/>
          </a:p>
        </p:txBody>
      </p:sp>
      <p:sp>
        <p:nvSpPr>
          <p:cNvPr id="14" name="Rectángulo 13"/>
          <p:cNvSpPr/>
          <p:nvPr/>
        </p:nvSpPr>
        <p:spPr>
          <a:xfrm>
            <a:off x="1085544" y="1261196"/>
            <a:ext cx="10515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 smtClean="0"/>
              <a:t>Terceros Públicos o Privados nos entregan información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4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MX" sz="2400" dirty="0" smtClean="0"/>
              <a:t>Entes Judiciales nos ordenan realizar procedimientos de captura de información en la inmediatez.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MX" sz="2400" dirty="0" smtClean="0"/>
          </a:p>
        </p:txBody>
      </p:sp>
    </p:spTree>
    <p:extLst>
      <p:ext uri="{BB962C8B-B14F-4D97-AF65-F5344CB8AC3E}">
        <p14:creationId xmlns:p14="http://schemas.microsoft.com/office/powerpoint/2010/main" val="4155976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2510971" y="2002971"/>
            <a:ext cx="76490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7200" dirty="0" smtClean="0"/>
              <a:t>GRACIAS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7198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181599CD4E65849BC1F9CACB889A451" ma:contentTypeVersion="15" ma:contentTypeDescription="Crear nuevo documento." ma:contentTypeScope="" ma:versionID="41236d89971b802ad96df24efb3ba11e">
  <xsd:schema xmlns:xsd="http://www.w3.org/2001/XMLSchema" xmlns:xs="http://www.w3.org/2001/XMLSchema" xmlns:p="http://schemas.microsoft.com/office/2006/metadata/properties" xmlns:ns2="6a2e2cfb-6c60-4c2e-aecd-749dcab9e97b" xmlns:ns3="c00a1670-7c0b-4126-abb6-7c7a489a82b8" targetNamespace="http://schemas.microsoft.com/office/2006/metadata/properties" ma:root="true" ma:fieldsID="7ee43cc3d61624e7ddbbd53e1ebce1b8" ns2:_="" ns3:_="">
    <xsd:import namespace="6a2e2cfb-6c60-4c2e-aecd-749dcab9e97b"/>
    <xsd:import namespace="c00a1670-7c0b-4126-abb6-7c7a489a82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2e2cfb-6c60-4c2e-aecd-749dcab9e9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Etiquetas de imagen" ma:readOnly="false" ma:fieldId="{5cf76f15-5ced-4ddc-b409-7134ff3c332f}" ma:taxonomyMulti="true" ma:sspId="db153745-5d5f-4857-8630-a95a3280e7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0a1670-7c0b-4126-abb6-7c7a489a82b8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1dbfa8d9-5f71-4ae1-aa47-f6231500958a}" ma:internalName="TaxCatchAll" ma:showField="CatchAllData" ma:web="c00a1670-7c0b-4126-abb6-7c7a489a82b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a2e2cfb-6c60-4c2e-aecd-749dcab9e97b">
      <Terms xmlns="http://schemas.microsoft.com/office/infopath/2007/PartnerControls"/>
    </lcf76f155ced4ddcb4097134ff3c332f>
    <TaxCatchAll xmlns="c00a1670-7c0b-4126-abb6-7c7a489a82b8" xsi:nil="true"/>
  </documentManagement>
</p:properties>
</file>

<file path=customXml/itemProps1.xml><?xml version="1.0" encoding="utf-8"?>
<ds:datastoreItem xmlns:ds="http://schemas.openxmlformats.org/officeDocument/2006/customXml" ds:itemID="{3E1C9285-5515-450A-9F22-02CF0BFBD3AA}"/>
</file>

<file path=customXml/itemProps2.xml><?xml version="1.0" encoding="utf-8"?>
<ds:datastoreItem xmlns:ds="http://schemas.openxmlformats.org/officeDocument/2006/customXml" ds:itemID="{16BDB597-A125-4612-9387-2189EA700A91}"/>
</file>

<file path=customXml/itemProps3.xml><?xml version="1.0" encoding="utf-8"?>
<ds:datastoreItem xmlns:ds="http://schemas.openxmlformats.org/officeDocument/2006/customXml" ds:itemID="{161B38FA-72B6-4310-8E5E-5EC015C751C9}"/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180</Words>
  <Application>Microsoft Office PowerPoint</Application>
  <PresentationFormat>Panorámica</PresentationFormat>
  <Paragraphs>25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Arial</vt:lpstr>
      <vt:lpstr>Arial Narrow</vt:lpstr>
      <vt:lpstr>Calibri</vt:lpstr>
      <vt:lpstr>Calibri Light</vt:lpstr>
      <vt:lpstr>Mongolian Baiti</vt:lpstr>
      <vt:lpstr>Montserrat</vt:lpstr>
      <vt:lpstr>Tema de Office</vt:lpstr>
      <vt:lpstr>Subdirección de Administración de Tierras de la Nación SATN - ANT </vt:lpstr>
      <vt:lpstr>Presentación de PowerPoint</vt:lpstr>
      <vt:lpstr>Presentación de PowerPoint</vt:lpstr>
      <vt:lpstr>Presentación de PowerPoint</vt:lpstr>
      <vt:lpstr>INGRESOS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Daniela Rozo Mora</dc:creator>
  <cp:lastModifiedBy>YO</cp:lastModifiedBy>
  <cp:revision>17</cp:revision>
  <dcterms:created xsi:type="dcterms:W3CDTF">2025-02-05T17:50:51Z</dcterms:created>
  <dcterms:modified xsi:type="dcterms:W3CDTF">2025-05-27T00:19:15Z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0x0101001181599CD4E65849BC1F9CACB889A451</vt:lpwstr>
  </property>
</Properties>
</file>